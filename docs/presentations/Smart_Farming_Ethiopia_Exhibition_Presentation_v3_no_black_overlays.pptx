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quick_scan_247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02920"/>
            <a:ext cx="5029200" cy="5440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658368"/>
            <a:ext cx="5715000" cy="5257800"/>
          </a:xfrm>
          <a:prstGeom prst="roundRect">
            <a:avLst/>
          </a:prstGeom>
          <a:solidFill>
            <a:srgbClr val="FFFDF1"/>
          </a:solidFill>
          <a:ln w="12700">
            <a:solidFill>
              <a:srgbClr val="F0E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1440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1828800"/>
            <a:ext cx="4892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500" b="1">
                <a:solidFill>
                  <a:srgbClr val="1C2B15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50592"/>
            <a:ext cx="4892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487D17"/>
                </a:solidFill>
                <a:latin typeface="Aptos"/>
              </a:rPr>
              <a:t>AI-assisted, offline-first agricultural decision support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54680"/>
            <a:ext cx="489204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80" b="0">
                <a:solidFill>
                  <a:srgbClr val="56634C"/>
                </a:solidFill>
                <a:latin typeface="Aptos"/>
              </a:rPr>
              <a:t>A practical mobile and backoffice system for farm records, crop disease scanning, soil guidance, weather risk, yield outlook, and expert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434840"/>
            <a:ext cx="150876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4526279"/>
            <a:ext cx="136245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Farmer mobile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434840"/>
            <a:ext cx="16002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0632" y="4526279"/>
            <a:ext cx="14538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Backoffice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4434840"/>
            <a:ext cx="109728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4526279"/>
            <a:ext cx="95097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AI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21808"/>
            <a:ext cx="4572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>
                <a:solidFill>
                  <a:srgbClr val="1C2B15"/>
                </a:solidFill>
                <a:latin typeface="Aptos"/>
              </a:rPr>
              <a:t>Prepared by Admasu Feleke Mulatu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5628132"/>
            <a:ext cx="457200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 dirty="0">
                <a:solidFill>
                  <a:srgbClr val="56634C"/>
                </a:solidFill>
                <a:latin typeface="Aptos"/>
              </a:rPr>
              <a:t>Project exhibition and validation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What the platform demonstrates in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Simple field value first, technical depth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D2B14"/>
                </a:solidFill>
                <a:latin typeface="Aptos"/>
              </a:rPr>
              <a:t>Farmers can use the app even when internet is unavailable.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4340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D6752"/>
                </a:solidFill>
                <a:latin typeface="Aptos"/>
              </a:rPr>
              <a:t>Offline-first design keeps farm records, scan history, soil guidance, and sync backlog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5488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032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"/>
              </a:rPr>
              <a:t>AI supports decisions, but experts verify sensitive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Disease reports include image evidence, crop context, confidence, and review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4964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"/>
              </a:rPr>
              <a:t>The project is practical for training, extension, and technology transfer.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9194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D6752"/>
                </a:solidFill>
                <a:latin typeface="Aptos"/>
              </a:rPr>
              <a:t>It connects mobile farmers, </a:t>
            </a:r>
            <a:r>
              <a:rPr sz="1500" b="0" dirty="0" err="1">
                <a:solidFill>
                  <a:srgbClr val="5D6752"/>
                </a:solidFill>
                <a:latin typeface="Aptos"/>
              </a:rPr>
              <a:t>backoffice</a:t>
            </a:r>
            <a:r>
              <a:rPr sz="1500" b="0" dirty="0">
                <a:solidFill>
                  <a:srgbClr val="5D6752"/>
                </a:solidFill>
                <a:latin typeface="Aptos"/>
              </a:rPr>
              <a:t> reviewers, data collection, and future IoT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Problem addressed by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Designed around constraints farmers face in real field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8408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Delayed disease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Farmers may notice leaf symptoms late and wait for expert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64807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Weak offline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Internet and server availability are not guaranteed in rural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8408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521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Language and literacy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Text-heavy systems are hard for farmers unless localized and visual.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64807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Fragmented farm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Farm, plot, planting, soil, weather, and disease records are often separated.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97E19"/>
                </a:solidFill>
                <a:latin typeface="Aptos"/>
              </a:rPr>
              <a:t>Design principle: show only what farmers need first; keep expert-grade evidence behind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Objectives are grouped by farmer value, institutional value, and technical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581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Farmer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72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Record farms, plots, planting, soil health, weather context, disease scans, and local guidance in a simple mobile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724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Expert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15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Give supporters and experts evidence-backed reports with image preview, crop context, assignment, review decision, and treatment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86791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Institutional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858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Demonstrate applied AI, mobile development, Laravel backoffice, offline sync, localization, and technology transfer readiness.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010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Technical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001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Provide a secure API, role-scoped backoffice, offline cache, synchronized records, and model-serving architecture for future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Platform value across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platform creates value for farmers, reviewers, institutions, and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simpler way to receive crop, disease, soil, and weather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Colleges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teaching project for software, AI, agriculture, and technology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Potential productization, support contracts, sensor integration, and farm advisory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Science &amp; Technology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Regional innovation, applied AI adoption, and evidence-based extension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"/>
              </a:rPr>
              <a:t>TVET Bureau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Skill development, practical demonstration, and institutional promotion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Mobile farmer workflow plus Laravel backoffice plus optional AI inference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Farmer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Offline records, scan camera, crop selector, soil/weather/yield guidance, local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Laravel API &amp;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Authentication, farmer-scoped data, disease/soil reports, media evidence, sync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Backoffice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Admin assignment, supporter/expert verification, evidence preview, treatment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1605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4325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AI Inference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727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Online model serving for server-side disease scoring when the inference server is running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9476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80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337560"/>
            <a:ext cx="0" cy="73152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" y="5870448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Core rule: AI is decision support. Final chemical or treatment confirmation remains a reviewed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Recommended live 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7-minute flow that works for both non-technical and technical visitors.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app and show localized farmer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3075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7911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Select farm, plot, crop, and optional field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1111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Capture leaf image and show offline provisional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49147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2863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disease history with image evidence and finding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039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Sync report to Laravel backoffice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3075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67911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Reviewer opens assigned case and confirms/rejects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61111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4827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Show soil/weather/yield guidance and offline sync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Farmer mobile app: visual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Large screenshots are included so non-technical visitors can understand without reading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_20260607-112434_16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046849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616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_20260607-112445_494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1325880"/>
            <a:ext cx="2046849" cy="4434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_20260607-112518_786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25880"/>
            <a:ext cx="2046849" cy="4434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3999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reenshot_20260607-133122_6549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1325880"/>
            <a:ext cx="2046849" cy="4434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Farm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Scan crop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Disease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Guidance /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700" b="1">
                <a:solidFill>
                  <a:srgbClr val="1C2B15"/>
                </a:solidFill>
                <a:latin typeface="Aptos Display"/>
              </a:rPr>
              <a:t>Disease scan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896112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50" b="0">
                <a:solidFill>
                  <a:srgbClr val="56634C"/>
                </a:solidFill>
                <a:latin typeface="Aptos"/>
              </a:rPr>
              <a:t>The system preserves useful offline findings, then improves them through sync and expert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329184"/>
            <a:ext cx="1920240" cy="384048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48088" y="429768"/>
            <a:ext cx="160020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69" b="1">
                <a:solidFill>
                  <a:srgbClr val="487D17"/>
                </a:solidFill>
                <a:latin typeface="Aptos"/>
              </a:rPr>
              <a:t>Smart Farming Ethiopia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Choose crop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Farm, plot, crop, planting, and optional field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99232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8103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Capture leaf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Camera preview, quality check, and local image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30951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9823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Offline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Immediate provisional result appears in disease history.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62671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81544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Sync to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Image evidence and context are uploaded when API is reachable.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444752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994392" y="1664208"/>
            <a:ext cx="411480" cy="411480"/>
          </a:xfrm>
          <a:prstGeom prst="roundRect">
            <a:avLst/>
          </a:prstGeom>
          <a:solidFill>
            <a:srgbClr val="CBF55E"/>
          </a:solidFill>
          <a:ln w="12700">
            <a:solidFill>
              <a:srgbClr val="CBF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13264" y="1773936"/>
            <a:ext cx="164592" cy="91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00" b="1">
                <a:solidFill>
                  <a:srgbClr val="1C2B15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2267712"/>
            <a:ext cx="173736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50" b="1">
                <a:solidFill>
                  <a:srgbClr val="487D17"/>
                </a:solidFill>
                <a:latin typeface="Aptos"/>
              </a:rPr>
              <a:t>Expert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633472"/>
            <a:ext cx="17373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80" b="0">
                <a:solidFill>
                  <a:srgbClr val="56634C"/>
                </a:solidFill>
                <a:latin typeface="Aptos"/>
              </a:rPr>
              <a:t>Reviewer confirms, rejects, or updates guidance with evidence.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tomato_70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187952"/>
            <a:ext cx="914400" cy="914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47672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Tomato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93592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otato_892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4187952"/>
            <a:ext cx="914400" cy="914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64024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Potato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4024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9944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maize_1957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187952"/>
            <a:ext cx="914400" cy="914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580375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Maize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5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26296" y="40690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pepper_9622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4187952"/>
            <a:ext cx="914400" cy="914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396728" y="4352544"/>
            <a:ext cx="10515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C2B15"/>
                </a:solidFill>
                <a:latin typeface="Aptos"/>
              </a:rPr>
              <a:t>Pepper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6728" y="4718304"/>
            <a:ext cx="1051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50" b="0">
                <a:solidFill>
                  <a:srgbClr val="487D17"/>
                </a:solidFill>
                <a:latin typeface="Aptos"/>
              </a:rPr>
              <a:t>crop-specific model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" y="5715000"/>
            <a:ext cx="10287000" cy="43891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43000" y="5833872"/>
            <a:ext cx="9875520" cy="1280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80" b="1">
                <a:solidFill>
                  <a:srgbClr val="1C2B15"/>
                </a:solidFill>
                <a:latin typeface="Aptos"/>
              </a:rPr>
              <a:t>Decision rule: offline AI result is provisional; online inference and expert review increase confidence without hiding the farmer-s original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Supported crop disease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Current focus is crop disease support. Pest detection is prepared but waits for the IP102 model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Tomato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leaf mold, septoria, spider mite, target spot, mosaic virus, yellow leaf curl, bacterial spot,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Potato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Maize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common rust, gray leaf spot, northern leaf blight, 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"/>
              </a:rPr>
              <a:t>Pepper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bacterial spot, healthy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378440" cy="53035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4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641848"/>
            <a:ext cx="10058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D2B14"/>
                </a:solidFill>
                <a:latin typeface="Aptos"/>
              </a:rPr>
              <a:t>Important: healthy leaves must be reported as healthy when confidence supports it, not forced into disease.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Backoffice verification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Reports are not just rows. They are evidence-backed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Configures users, roles, regional scope, crops, and assignment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Supporter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Reviews assigned local cases, gives first-line advisory support, escalates uncertain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1648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8816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Confirms/rejects disease findings, approves treatment and pesticide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3136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94576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1744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"/>
              </a:rPr>
              <a:t>Super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Oversees all regions, can audit and intervene when regional assignment fails.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47504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D2B14"/>
                </a:solidFill>
                <a:latin typeface="Aptos"/>
              </a:rPr>
              <a:t>Assignment logic: prefer active reviewer in farmer/report region; fall back to admin visibility when no reviewer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Offline-first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is designed for rural connectivity, not perfect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"/>
              </a:rPr>
              <a:t>When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Local account can continue after first successful login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Farm, plot, planting, disease scan, and soil data are cached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Sync backlog tracks pending and failed uploads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Farmer sees honest connection state, not fake online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"/>
              </a:rPr>
              <a:t>When online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When API returns, app pulls server records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Offline provisional disease findings remain visible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Server result updates without erasing useful local finding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- Image evidence is preserved for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520440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700" b="1">
                <a:solidFill>
                  <a:srgbClr val="1C2B15"/>
                </a:solidFill>
                <a:latin typeface="Aptos Display"/>
              </a:rPr>
              <a:t>Smart guidance beyond disease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896112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50" b="0">
                <a:solidFill>
                  <a:srgbClr val="56634C"/>
                </a:solidFill>
                <a:latin typeface="Aptos"/>
              </a:rPr>
              <a:t>The platform supports broader field decisions while remaining simple for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329184"/>
            <a:ext cx="1920240" cy="384048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48088" y="429768"/>
            <a:ext cx="160020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69" b="1">
                <a:solidFill>
                  <a:srgbClr val="487D17"/>
                </a:solidFill>
                <a:latin typeface="Aptos"/>
              </a:rPr>
              <a:t>Smart Farming Ethiopia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eld_soil_7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545336"/>
            <a:ext cx="1389888" cy="1408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77440" y="16367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Soil health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039112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pH, texture, nutrients, organic matter, moisture, salinity, and crop-specific treatment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6243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50592" y="27157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ield_weather_32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545336"/>
            <a:ext cx="1389888" cy="1408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63840" y="16367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Weather risk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039112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location weather, rainfall, wind, disease-risk signals, and future IoT weather station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6243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27157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747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quick_farm_484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602736"/>
            <a:ext cx="1389888" cy="1408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377440" y="36941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Yield outlook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096511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plot size, planting date, crop stage, soil condition, and field context for expected yield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6817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50592" y="47731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474720"/>
            <a:ext cx="48920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ield_prevention_872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602736"/>
            <a:ext cx="1389888" cy="14081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0" y="3694176"/>
            <a:ext cx="29718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487D17"/>
                </a:solidFill>
                <a:latin typeface="Aptos"/>
              </a:rPr>
              <a:t>Disease 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96511"/>
            <a:ext cx="29260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>
                <a:solidFill>
                  <a:srgbClr val="56634C"/>
                </a:solidFill>
                <a:latin typeface="Aptos"/>
              </a:rPr>
              <a:t>preventive actions based on crop, weather, recent reports, farm context, and reviewer guidance.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681728"/>
            <a:ext cx="1143000" cy="347472"/>
          </a:xfrm>
          <a:prstGeom prst="roundRect">
            <a:avLst/>
          </a:prstGeom>
          <a:solidFill>
            <a:srgbClr val="E8F4D3"/>
          </a:solidFill>
          <a:ln w="12700">
            <a:solidFill>
              <a:srgbClr val="E8F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36992" y="4773168"/>
            <a:ext cx="996696" cy="109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487D17"/>
                </a:solidFill>
                <a:latin typeface="Aptos"/>
              </a:rPr>
              <a:t>offline capable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33272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320" b="1">
                <a:solidFill>
                  <a:srgbClr val="1C2B15"/>
                </a:solidFill>
                <a:latin typeface="Aptos"/>
              </a:rPr>
              <a:t>Future direction: schema-backed sensor records can feed soil and weather modules without changing the farmer-facing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Localization and farmer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targets farmers with different literacy levels and local language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Developer, demo, and technical reference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Amharic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Primary local translation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Afaan Oromo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Farmer-facing regional language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7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"/>
              </a:rPr>
              <a:t>Tigrinya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Additional local 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06240"/>
            <a:ext cx="10058400" cy="1143000"/>
          </a:xfrm>
          <a:prstGeom prst="roundRect">
            <a:avLst/>
          </a:prstGeom>
          <a:solidFill>
            <a:srgbClr val="EDF8DD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4988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D2B14"/>
                </a:solidFill>
                <a:latin typeface="Aptos"/>
              </a:rPr>
              <a:t>Usability rule for 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443984"/>
            <a:ext cx="6629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>
                <a:solidFill>
                  <a:srgbClr val="1D2B14"/>
                </a:solidFill>
                <a:latin typeface="Aptos"/>
              </a:rPr>
              <a:t>Large cards, clear crop images, simple warnings, fewer technical codes, and consistent translation of titles, forms, popups, and recommendations.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Security, privacy, and data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Production readiness means role-aware access, not only working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Farmer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Mobile users see their own farms, plots, records, reports, and sync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Backoffice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Reviewers see assigned or regional reports based on role and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0333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Evidence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Report images are served through protected API paths, not public storage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API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Token authentication, throttling, validation, and consistent error handling protect endpoints.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5429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 status, reviewer decision, image evidence, and timestamps support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0333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"/>
              </a:rPr>
              <a:t>Offline risk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Offline records are marked provisional until sync and review improve 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Production readiness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Clear bars replace small unreadable graphs. Ratings are internal implementation readiness, not scientific model certification.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Mobile farmer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5149900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0" y="139903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Laravel API &amp;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07568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86200" y="2075688"/>
            <a:ext cx="5032857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0" y="2057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88920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Offline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734056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86200" y="2734056"/>
            <a:ext cx="4681728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2715768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Backoffice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392424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886200" y="3392424"/>
            <a:ext cx="4798771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337413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5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Disease AI reliability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050791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886200" y="4050791"/>
            <a:ext cx="4213555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4032504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64023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Localization completeness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709159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886200" y="4709159"/>
            <a:ext cx="4564684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60" y="469087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2239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Deployment 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536752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886200" y="5367528"/>
            <a:ext cx="4096512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0" y="5349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44768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52"/>
                </a:solidFill>
                <a:latin typeface="Aptos"/>
              </a:rPr>
              <a:t>Next improvement priorities: measured model evaluation, production hosting, sensor ingestion, and continuous reviewer feedback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Technical implementation for professional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concise architecture summary for software and ICT professionals.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Flutter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Offline-first farmer app, image capture, local history, localization, API client, sync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Laravel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REST API, Sanctum auth, MySQL, Filament backoffice, role/region scope, media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AI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Mobile TFLite offline inference and optional FastAPI online inference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Users, roles, farms, plots, plantings, crops, soil records, disease reports, evidence media.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Auth tokens, validation, throttling, protected media, scoped report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Local demo stack now; can split mobile, backend, inference, and database for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Known limitations and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This slide builds trust by showing what is working and what still needs controlled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AI model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36192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Needs broader field image validation beyond training dataset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36192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Use expert confirmation and collect feedback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Internet dependency for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 works, but verification needs API availability.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5176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Keep provisional local result visible and sync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4845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Chemical treatment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767328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Wrong pesticide advice can cause harm.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673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Expert approval before final chemical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6402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92861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"/>
              </a:rPr>
              <a:t>Localization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82896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Direct translation may not capture local disease names.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882896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Schema-backed registry and local expert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Project value and impact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project is positioned as a practical agricultural technology platform for farmers, reviewers, and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Innovation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Demonstrates practical software engineering, AI integration, offline-first mobile design, and deployment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Technology transfer potential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Suitable for exhibition demonstration, institutional pilot discussion, and technology transfer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Training and learning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be used as a practical reference for mobile apps, APIs, database design, AI, and UI/UX.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"/>
              </a:rPr>
              <a:t>Regional impact pathway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support agricultural extension, local innovation, and data-driven farm advisory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"/>
              </a:rPr>
              <a:t>Support needed for the next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next stage needs validation, deployment support, and partnerships.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Training institutions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Academic feedback, student collaboration, pilot farms, and training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Technology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Hosting, devices, IoT sensors, farm advisory partnership, and commercialization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Innovation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Innovation recognition, pilot coordination, research support, and regional rollout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9088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"/>
              </a:rPr>
              <a:t>Implementation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Institutional support, curriculum alignment, exhibition endorsement, and scale-up pathway.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Immediate next step: live pilot with selected farms and assigned reviewers, then collect measured feedback.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487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685800"/>
            <a:ext cx="10652760" cy="5440680"/>
          </a:xfrm>
          <a:prstGeom prst="roundRect">
            <a:avLst/>
          </a:prstGeom>
          <a:solidFill>
            <a:srgbClr val="FFFDF1"/>
          </a:solidFill>
          <a:ln w="12700">
            <a:solidFill>
              <a:srgbClr val="EF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eld_weather_722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4251960" cy="41605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51560"/>
            <a:ext cx="713232" cy="713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1965960"/>
            <a:ext cx="51206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200" b="1">
                <a:solidFill>
                  <a:srgbClr val="1C2B15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78608"/>
            <a:ext cx="36576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500" b="1">
                <a:solidFill>
                  <a:srgbClr val="487D17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27248"/>
            <a:ext cx="5074920" cy="6949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20" b="0">
                <a:solidFill>
                  <a:srgbClr val="56634C"/>
                </a:solidFill>
                <a:latin typeface="Aptos"/>
              </a:rPr>
              <a:t>A practical platform for farmer support, AI-assisted crop disease screening, offline records, and expert-verified agricultural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251960"/>
            <a:ext cx="4937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4498848"/>
            <a:ext cx="42976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700" b="1">
                <a:solidFill>
                  <a:srgbClr val="1C2B15"/>
                </a:solidFill>
                <a:latin typeface="Aptos"/>
              </a:rPr>
              <a:t>Admasu Feleke Mulatu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64608"/>
            <a:ext cx="448056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50" b="0">
                <a:solidFill>
                  <a:srgbClr val="487D17"/>
                </a:solidFill>
                <a:latin typeface="Aptos"/>
              </a:rPr>
              <a:t>admasu.feleke21@gmail.com   |   0900824328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687568"/>
            <a:ext cx="101498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80" b="1">
                <a:solidFill>
                  <a:srgbClr val="1C2B15"/>
                </a:solidFill>
                <a:latin typeface="Aptos"/>
              </a:rPr>
              <a:t>Discussion focus: pilot deployment, expert validation, hosting, sensor integration, and partnerships.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2018</Words>
  <Application>Microsoft Office PowerPoint</Application>
  <PresentationFormat>Widescreen</PresentationFormat>
  <Paragraphs>285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Admas</cp:lastModifiedBy>
  <cp:revision>3</cp:revision>
  <dcterms:created xsi:type="dcterms:W3CDTF">2013-01-27T09:14:16Z</dcterms:created>
  <dcterms:modified xsi:type="dcterms:W3CDTF">2026-06-08T14:31:45Z</dcterms:modified>
  <cp:category/>
</cp:coreProperties>
</file>